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19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6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88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8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73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7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3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46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2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194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326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2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182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670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863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CC0000"/>
                </a:solidFill>
              </a:rPr>
              <a:t>Loan Default Prediction — MLOps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Publicis Sapient Technical Interview</a:t>
            </a:r>
          </a:p>
          <a:p>
            <a:r>
              <a:t>Designed for code‑first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8C529-50AC-4A87-97CA-945786FCECA9}"/>
              </a:ext>
            </a:extLst>
          </p:cNvPr>
          <p:cNvSpPr txBox="1"/>
          <p:nvPr/>
        </p:nvSpPr>
        <p:spPr>
          <a:xfrm>
            <a:off x="5640779" y="497597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-Anmol Dudani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CC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>
                <a:solidFill>
                  <a:srgbClr val="000000"/>
                </a:solidFill>
              </a:rPr>
              <a:t>Goal: Build a complete end‑to‑end ML system to predict loan default.</a:t>
            </a:r>
          </a:p>
          <a:p>
            <a:r>
              <a:rPr sz="2000">
                <a:solidFill>
                  <a:srgbClr val="000000"/>
                </a:solidFill>
              </a:rPr>
              <a:t>Interview focus → engineering depth, ML pipeline design, deployment strategy.</a:t>
            </a:r>
          </a:p>
          <a:p>
            <a:endParaRPr sz="2000">
              <a:solidFill>
                <a:srgbClr val="000000"/>
              </a:solidFill>
            </a:endParaRPr>
          </a:p>
          <a:p>
            <a:r>
              <a:rPr sz="2000">
                <a:solidFill>
                  <a:srgbClr val="000000"/>
                </a:solidFill>
              </a:rPr>
              <a:t>• Clean and prepare data from raw → processed dataset</a:t>
            </a:r>
          </a:p>
          <a:p>
            <a:r>
              <a:rPr sz="2000">
                <a:solidFill>
                  <a:srgbClr val="000000"/>
                </a:solidFill>
              </a:rPr>
              <a:t>• Build modular training pipeline with feature engineering</a:t>
            </a:r>
          </a:p>
          <a:p>
            <a:r>
              <a:rPr sz="2000">
                <a:solidFill>
                  <a:srgbClr val="000000"/>
                </a:solidFill>
              </a:rPr>
              <a:t>• Track experiments and metrics reproducibly</a:t>
            </a:r>
          </a:p>
          <a:p>
            <a:r>
              <a:rPr sz="2000">
                <a:solidFill>
                  <a:srgbClr val="000000"/>
                </a:solidFill>
              </a:rPr>
              <a:t>• Containerize and serve model through an inference API</a:t>
            </a:r>
          </a:p>
          <a:p>
            <a:r>
              <a:rPr sz="2000">
                <a:solidFill>
                  <a:srgbClr val="000000"/>
                </a:solidFill>
              </a:rPr>
              <a:t>• Enable CI/CD, monitoring, validation, and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CC0000"/>
                </a:solidFill>
              </a:rP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Raw data ingested → structured processing using prepare.py</a:t>
            </a:r>
          </a:p>
          <a:p>
            <a:r>
              <a:rPr sz="2000">
                <a:solidFill>
                  <a:srgbClr val="000000"/>
                </a:solidFill>
              </a:rPr>
              <a:t>• Apply type fixes, target mapping, null handling, schema checks</a:t>
            </a:r>
          </a:p>
          <a:p>
            <a:r>
              <a:rPr sz="2000">
                <a:solidFill>
                  <a:srgbClr val="000000"/>
                </a:solidFill>
              </a:rPr>
              <a:t>• Output stored as data/processed/loan.csv + metadata JSON</a:t>
            </a:r>
          </a:p>
          <a:p>
            <a:r>
              <a:rPr sz="2000">
                <a:solidFill>
                  <a:srgbClr val="000000"/>
                </a:solidFill>
              </a:rPr>
              <a:t>• Pipeline ready for downstream training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Model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Use sklearn Pipeline → SimpleImputer + StandardScaler + RandomForest</a:t>
            </a:r>
          </a:p>
          <a:p>
            <a:r>
              <a:rPr sz="2000">
                <a:solidFill>
                  <a:srgbClr val="000000"/>
                </a:solidFill>
              </a:rPr>
              <a:t>• Avoid manual transformations embedded in notebook</a:t>
            </a:r>
          </a:p>
          <a:p>
            <a:r>
              <a:rPr sz="2000">
                <a:solidFill>
                  <a:srgbClr val="000000"/>
                </a:solidFill>
              </a:rPr>
              <a:t>• Pipeline ensures portability across training/inference</a:t>
            </a:r>
          </a:p>
          <a:p>
            <a:r>
              <a:rPr sz="2000">
                <a:solidFill>
                  <a:srgbClr val="000000"/>
                </a:solidFill>
              </a:rPr>
              <a:t>• Metrics evaluated: Accuracy, ROC‑AUC, Precision, Recall, F1</a:t>
            </a:r>
          </a:p>
          <a:p>
            <a:r>
              <a:rPr sz="2000">
                <a:solidFill>
                  <a:srgbClr val="000000"/>
                </a:solidFill>
              </a:rPr>
              <a:t>• Artifact stored as models/pipeline.pkl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Experiment Tracking (MLflow)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MLflow used for experiment logging (parameters + metrics + model)</a:t>
            </a:r>
          </a:p>
          <a:p>
            <a:r>
              <a:rPr sz="2000">
                <a:solidFill>
                  <a:srgbClr val="000000"/>
                </a:solidFill>
              </a:rPr>
              <a:t>• Local backend (SQLite) mimics production RDS + S3 architecture</a:t>
            </a:r>
          </a:p>
          <a:p>
            <a:r>
              <a:rPr sz="2000">
                <a:solidFill>
                  <a:srgbClr val="000000"/>
                </a:solidFill>
              </a:rPr>
              <a:t>• Repeatable &amp; comparable model iterations</a:t>
            </a:r>
          </a:p>
          <a:p>
            <a:r>
              <a:rPr sz="2000">
                <a:solidFill>
                  <a:srgbClr val="000000"/>
                </a:solidFill>
              </a:rPr>
              <a:t>• Versioned artifacts guarantee deployable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Deployment Architecture (Local → AWS Mapping)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FastAPI inference server loads pipeline.pkl at runtime</a:t>
            </a:r>
          </a:p>
          <a:p>
            <a:r>
              <a:rPr sz="2000">
                <a:solidFill>
                  <a:srgbClr val="000000"/>
                </a:solidFill>
              </a:rPr>
              <a:t>• Dockerized for reproducible execution</a:t>
            </a:r>
          </a:p>
          <a:p>
            <a:r>
              <a:rPr sz="2000">
                <a:solidFill>
                  <a:srgbClr val="000000"/>
                </a:solidFill>
              </a:rPr>
              <a:t>• Local registry simulates AWS ECR</a:t>
            </a:r>
          </a:p>
          <a:p>
            <a:r>
              <a:rPr sz="2000">
                <a:solidFill>
                  <a:srgbClr val="000000"/>
                </a:solidFill>
              </a:rPr>
              <a:t>• LocalStack simulates S3 + ECR + ECS/Fargate</a:t>
            </a:r>
          </a:p>
          <a:p>
            <a:r>
              <a:rPr sz="2000">
                <a:solidFill>
                  <a:srgbClr val="000000"/>
                </a:solidFill>
              </a:rPr>
              <a:t>• Architecture mirrors real AWS pathway for interview explanation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CC0000"/>
                </a:solidFill>
              </a:rPr>
              <a:t>Inference Service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Pydantic schema validates request payload structure</a:t>
            </a:r>
          </a:p>
          <a:p>
            <a:r>
              <a:rPr sz="2000">
                <a:solidFill>
                  <a:srgbClr val="000000"/>
                </a:solidFill>
              </a:rPr>
              <a:t>• Metadata file ensures feature alignment between train &amp; inference</a:t>
            </a:r>
          </a:p>
          <a:p>
            <a:r>
              <a:rPr sz="2000">
                <a:solidFill>
                  <a:srgbClr val="000000"/>
                </a:solidFill>
              </a:rPr>
              <a:t>• Predict endpoint returns: class label + probability</a:t>
            </a:r>
          </a:p>
          <a:p>
            <a:r>
              <a:rPr sz="2000">
                <a:solidFill>
                  <a:srgbClr val="000000"/>
                </a:solidFill>
              </a:rPr>
              <a:t>• All prediction calls logged (timestamp, input, output) → drift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CI/CD Workflow (GitHub 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Lint + pytest unit tests run on every commit</a:t>
            </a:r>
          </a:p>
          <a:p>
            <a:r>
              <a:rPr sz="2000">
                <a:solidFill>
                  <a:srgbClr val="000000"/>
                </a:solidFill>
              </a:rPr>
              <a:t>• Validate inference pipeline loads successfully</a:t>
            </a:r>
          </a:p>
          <a:p>
            <a:r>
              <a:rPr sz="2000">
                <a:solidFill>
                  <a:srgbClr val="000000"/>
                </a:solidFill>
              </a:rPr>
              <a:t>• Build container image and push to local registry (ECR equivalent)</a:t>
            </a:r>
          </a:p>
          <a:p>
            <a:r>
              <a:rPr sz="2000">
                <a:solidFill>
                  <a:srgbClr val="000000"/>
                </a:solidFill>
              </a:rPr>
              <a:t>• Gate deployment on test success → mimics enterprise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Monitoring &amp; Drift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Answer in brief:</a:t>
            </a:r>
          </a:p>
          <a:p>
            <a:r>
              <a:rPr sz="2000">
                <a:solidFill>
                  <a:srgbClr val="000000"/>
                </a:solidFill>
              </a:rPr>
              <a:t>• Prediction logs saved locally → histogram comparison for drift</a:t>
            </a:r>
          </a:p>
          <a:p>
            <a:r>
              <a:rPr sz="2000">
                <a:solidFill>
                  <a:srgbClr val="000000"/>
                </a:solidFill>
              </a:rPr>
              <a:t>• In production: CloudWatch metrics + alarms + OpenSearch logs</a:t>
            </a:r>
          </a:p>
          <a:p>
            <a:r>
              <a:rPr sz="2000">
                <a:solidFill>
                  <a:srgbClr val="000000"/>
                </a:solidFill>
              </a:rPr>
              <a:t>• Alerting triggered on model quality degradation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C0000"/>
                </a:solidFill>
              </a:rPr>
              <a:t>End‑to‑End Workflow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Raw Data → Preprocessing → Training Pipeline → MLflow Tracking</a:t>
            </a:r>
          </a:p>
          <a:p>
            <a:r>
              <a:rPr sz="2000">
                <a:solidFill>
                  <a:srgbClr val="000000"/>
                </a:solidFill>
              </a:rPr>
              <a:t>→ Artifact Export (pipeline.pkl) → FastAPI Deployment → Logging/Monitoring</a:t>
            </a:r>
          </a:p>
          <a:p>
            <a:r>
              <a:rPr sz="2000">
                <a:solidFill>
                  <a:srgbClr val="000000"/>
                </a:solidFill>
              </a:rPr>
              <a:t>→ CI/CD Automation → Continuous Model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CC0000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</a:rPr>
              <a:t>Prepared by: Anmol Dudani</a:t>
            </a:r>
          </a:p>
          <a:p>
            <a:r>
              <a:rPr sz="2000">
                <a:solidFill>
                  <a:srgbClr val="000000"/>
                </a:solidFill>
              </a:rPr>
              <a:t>Repo: github.com/jaeckanaquth/Loan-Default-Prediction</a:t>
            </a:r>
          </a:p>
          <a:p>
            <a:endParaRPr sz="2000">
              <a:solidFill>
                <a:srgbClr val="000000"/>
              </a:solidFill>
            </a:endParaRPr>
          </a:p>
          <a:p>
            <a:r>
              <a:rPr sz="2000">
                <a:solidFill>
                  <a:srgbClr val="000000"/>
                </a:solidFill>
              </a:rPr>
              <a:t>Ready to walk through full code &amp; infra during interview.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</TotalTime>
  <Words>505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Loan Default Prediction — MLOps Case Study</vt:lpstr>
      <vt:lpstr>Problem Statement</vt:lpstr>
      <vt:lpstr>Data Pipeline</vt:lpstr>
      <vt:lpstr>Model Development Approach</vt:lpstr>
      <vt:lpstr>Experiment Tracking (MLflow)</vt:lpstr>
      <vt:lpstr>Deployment Architecture (Local → AWS Mapping)</vt:lpstr>
      <vt:lpstr>Inference Service Design</vt:lpstr>
      <vt:lpstr>CI/CD Workflow (GitHub Actions)</vt:lpstr>
      <vt:lpstr>Monitoring &amp; Drift Detection</vt:lpstr>
      <vt:lpstr>End‑to‑End Workflow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 — MLOps Case Study</dc:title>
  <dc:subject/>
  <dc:creator/>
  <cp:keywords/>
  <dc:description>generated using python-pptx</dc:description>
  <cp:lastModifiedBy>Anmol Dudani</cp:lastModifiedBy>
  <cp:revision>4</cp:revision>
  <dcterms:created xsi:type="dcterms:W3CDTF">2013-01-27T09:14:16Z</dcterms:created>
  <dcterms:modified xsi:type="dcterms:W3CDTF">2025-12-07T16:15:51Z</dcterms:modified>
  <cp:category/>
</cp:coreProperties>
</file>